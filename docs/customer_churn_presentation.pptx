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ML Data Associate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Predict customer churn using historical customer data</a:t>
            </a:r>
          </a:p>
          <a:p>
            <a:r>
              <a:t>- Help business teams reduce customer churn</a:t>
            </a:r>
          </a:p>
          <a:p>
            <a:r>
              <a:t>- Improve customer retention strategies and revenue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Shorter customer tenure is linked to higher churn risk</a:t>
            </a:r>
          </a:p>
          <a:p>
            <a:r>
              <a:t>- Month-to-month contracts increase cancellation risk</a:t>
            </a:r>
          </a:p>
          <a:p>
            <a:r>
              <a:t>- Higher monthly charges and weak support signals increase churn</a:t>
            </a:r>
          </a:p>
          <a:p>
            <a:r>
              <a:t>- Model delivers strong predictive performance for retention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cleaning and preprocessing</a:t>
            </a:r>
          </a:p>
          <a:p>
            <a:r>
              <a:t>- Exploratory data analysis</a:t>
            </a:r>
          </a:p>
          <a:p>
            <a:r>
              <a:t>- Feature engineering and model comparison</a:t>
            </a:r>
          </a:p>
          <a:p>
            <a:r>
              <a:t>- Evaluation with accuracy, precision, recall, F1, ROC-AUC</a:t>
            </a:r>
          </a:p>
          <a:p>
            <a:r>
              <a:t>- Deployment through Streamlit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Reduce revenue loss from churn</a:t>
            </a:r>
          </a:p>
          <a:p>
            <a:r>
              <a:t>- Enable proactive retention campaigns</a:t>
            </a:r>
          </a:p>
          <a:p>
            <a:r>
              <a:t>- Prioritize support for high-risk customers</a:t>
            </a:r>
          </a:p>
          <a:p>
            <a:r>
              <a:t>- Improve customer lifetime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